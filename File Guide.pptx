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62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D321D-5C76-BE87-B016-BB6B93095E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A77EF6-718C-822C-DE04-DC749884CA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E2A3A2-316E-603B-6213-11A4B4B6E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4E0BE-DF9E-4F83-AA53-06E09C13CA88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BB8144-5C87-0C57-D831-4D26DEC75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3BE555-7C28-5062-1C53-4AE8C4993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B701E-D71B-4FF2-BFFA-48E1E8121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01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2ACF8-E29D-C82A-201B-C3470DD2E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3C37B-4223-0C30-EABF-4119BBB09E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C90F3C-9D25-731D-C568-AD5868CEC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4E0BE-DF9E-4F83-AA53-06E09C13CA88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63A50D-3084-EED1-2830-7787E2552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7083F3-81A8-FFE3-6FD3-D262EE712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B701E-D71B-4FF2-BFFA-48E1E8121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627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4C629-145E-DFF7-2DBC-32F637A53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2FA453-5989-7376-30F6-4F0C592556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BB1BA-B6E0-139E-FBAD-14925213B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4E0BE-DF9E-4F83-AA53-06E09C13CA88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F19905-8F46-325D-AC4B-64E2C6EB6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893F5-DC25-1BAD-DC27-40EE1AE12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B701E-D71B-4FF2-BFFA-48E1E8121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552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9DC56-2658-939D-101F-539EC8047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5BB5C-2181-0080-3A2E-70BF1DAEE6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8D632E-5512-328A-5A43-0C1180713A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A7E602-470B-E091-43DF-4BEB67CA0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4E0BE-DF9E-4F83-AA53-06E09C13CA88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85F112-C166-1AA5-A79D-1F9FB9128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60EBEF-4ACE-24D2-E1D6-E27F63BCD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B701E-D71B-4FF2-BFFA-48E1E8121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50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3E619-B433-1E9F-8F85-8C928BDB1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D140E-294C-F760-B770-DEA9D593B6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5C4CAA-B30E-5455-42FA-25C7199E7A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C2C1AE-6564-2705-29B6-91CA6A0527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07B97A-2C95-0C77-BDC2-EA13E75F29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951A20-45B2-6D68-80C6-AC327EF18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4E0BE-DF9E-4F83-AA53-06E09C13CA88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48656E-C917-2E15-AB6E-B3FB9B871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71EDDC-ECE2-5FA8-2750-9F619A584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B701E-D71B-4FF2-BFFA-48E1E8121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74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31BE4-ECCA-4F54-B6D2-644BF62AF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EA6F17-00A1-5FA8-1ECC-8485990F6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4E0BE-DF9E-4F83-AA53-06E09C13CA88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048111-EB34-F79C-E3DE-D509E3905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79F4BC-0A95-8DD6-B7E6-C43032554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B701E-D71B-4FF2-BFFA-48E1E8121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810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BDFAB6-F953-FB76-D58B-BB356D3F1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4E0BE-DF9E-4F83-AA53-06E09C13CA88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DDA49F-CFC4-9575-A519-1D8E8B7CC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E0333D-A55C-5EBD-A8DF-033DC3E17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B701E-D71B-4FF2-BFFA-48E1E8121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567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348AA-B52C-A7C3-5F81-088822AAA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5E1BE-4352-A46C-39F3-980E21BC6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4B8550-8919-43B5-1B4A-1D36C0FE5B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FBFDA3-0BBF-10FB-C02F-C70D35F4C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4E0BE-DF9E-4F83-AA53-06E09C13CA88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4F2AB6-AFC5-032C-EF1A-AE60A71F8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1E4A6B-FB03-D423-81E6-04A047606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B701E-D71B-4FF2-BFFA-48E1E8121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907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9C0DC-9EBA-F623-365D-A2F38410A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482884-DD91-B939-EE64-3DC2927F78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E199AA-A039-F079-14E3-21C6C8E7B5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ABC857-1582-A017-0504-5A5A84910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4E0BE-DF9E-4F83-AA53-06E09C13CA88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A8FF0F-8C39-BE8B-B1EE-2270FB6EC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837A96-86E3-ECA0-5B6D-130558CA3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B701E-D71B-4FF2-BFFA-48E1E8121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250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B715B-E93C-4F45-55C0-EE0C12079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95F5DC-2908-C91C-2820-5139C4B8A6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FCF66F-916A-243D-D379-139965733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4E0BE-DF9E-4F83-AA53-06E09C13CA88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D1929B-E47F-58C9-C9AB-D008BD78C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9336B-16D2-5C0E-AF92-0B8883AF1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B701E-D71B-4FF2-BFFA-48E1E8121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105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E0D934-CA29-11B8-104E-0FD0B1FD60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D23E9D-0DCA-6CC8-AF2F-86EB9359BA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EFA3EE-D2EB-8755-46AB-EEF753A22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4E0BE-DF9E-4F83-AA53-06E09C13CA88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626DD-0B42-BC47-F635-3DE85CB35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1CD9F8-2943-BFF0-454B-E23FFC8B2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B701E-D71B-4FF2-BFFA-48E1E8121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409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543E6F-466A-5F83-743E-4EA6BA0F7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AD67A5-06BB-167A-7BB1-8B313FFCDB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941C9-F2C3-31B8-B69A-8A55C77722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74E0BE-DF9E-4F83-AA53-06E09C13CA88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4D62D-26B7-4CFE-62F8-9879CE511F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BD2B6-56D6-7F09-5449-184775AE9B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9B701E-D71B-4FF2-BFFA-48E1E8121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161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7785286-7403-B5B9-7854-3F3724B7CD4F}"/>
              </a:ext>
            </a:extLst>
          </p:cNvPr>
          <p:cNvSpPr/>
          <p:nvPr/>
        </p:nvSpPr>
        <p:spPr>
          <a:xfrm>
            <a:off x="1485900" y="2768600"/>
            <a:ext cx="2406650" cy="114300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main</a:t>
            </a:r>
          </a:p>
          <a:p>
            <a:pPr algn="ctr"/>
            <a:r>
              <a:rPr lang="en-US" sz="1000">
                <a:solidFill>
                  <a:sysClr val="windowText" lastClr="000000"/>
                </a:solidFill>
              </a:rPr>
              <a:t>creates window</a:t>
            </a:r>
          </a:p>
          <a:p>
            <a:pPr algn="ctr"/>
            <a:r>
              <a:rPr lang="en-US" sz="1000">
                <a:solidFill>
                  <a:sysClr val="windowText" lastClr="000000"/>
                </a:solidFill>
              </a:rPr>
              <a:t>contains game loop</a:t>
            </a:r>
          </a:p>
          <a:p>
            <a:pPr algn="ctr"/>
            <a:endParaRPr lang="en-US" sz="1000">
              <a:solidFill>
                <a:sysClr val="windowText" lastClr="000000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446D0E0-A39B-FA1D-E445-9D38B7886BC5}"/>
              </a:ext>
            </a:extLst>
          </p:cNvPr>
          <p:cNvSpPr/>
          <p:nvPr/>
        </p:nvSpPr>
        <p:spPr>
          <a:xfrm>
            <a:off x="4470400" y="2768600"/>
            <a:ext cx="2406650" cy="114300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game</a:t>
            </a:r>
          </a:p>
          <a:p>
            <a:pPr algn="ctr"/>
            <a:r>
              <a:rPr lang="en-US" sz="1000">
                <a:solidFill>
                  <a:sysClr val="windowText" lastClr="000000"/>
                </a:solidFill>
              </a:rPr>
              <a:t>initializes game settings</a:t>
            </a:r>
          </a:p>
          <a:p>
            <a:pPr algn="ctr"/>
            <a:r>
              <a:rPr lang="en-US" sz="1000">
                <a:solidFill>
                  <a:sysClr val="windowText" lastClr="000000"/>
                </a:solidFill>
              </a:rPr>
              <a:t>runs display/update loop</a:t>
            </a:r>
          </a:p>
          <a:p>
            <a:pPr algn="ctr"/>
            <a:r>
              <a:rPr lang="en-US" sz="1000">
                <a:solidFill>
                  <a:sysClr val="windowText" lastClr="000000"/>
                </a:solidFill>
              </a:rPr>
              <a:t>gets/processes user input</a:t>
            </a:r>
          </a:p>
          <a:p>
            <a:pPr algn="ctr"/>
            <a:r>
              <a:rPr lang="en-US" sz="1000">
                <a:solidFill>
                  <a:sysClr val="windowText" lastClr="000000"/>
                </a:solidFill>
              </a:rPr>
              <a:t>collision tests</a:t>
            </a:r>
          </a:p>
          <a:p>
            <a:pPr algn="ctr"/>
            <a:endParaRPr lang="en-US" sz="1000">
              <a:solidFill>
                <a:sysClr val="windowText" lastClr="000000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73AE30F-18B6-6A10-AD9C-9302687A7386}"/>
              </a:ext>
            </a:extLst>
          </p:cNvPr>
          <p:cNvSpPr/>
          <p:nvPr/>
        </p:nvSpPr>
        <p:spPr>
          <a:xfrm>
            <a:off x="7645400" y="2101849"/>
            <a:ext cx="2406650" cy="114300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gameDisplay</a:t>
            </a:r>
          </a:p>
          <a:p>
            <a:pPr algn="ctr"/>
            <a:r>
              <a:rPr lang="en-US" sz="1000">
                <a:solidFill>
                  <a:sysClr val="windowText" lastClr="000000"/>
                </a:solidFill>
              </a:rPr>
              <a:t>draws all static elements (mostly text)</a:t>
            </a:r>
          </a:p>
          <a:p>
            <a:pPr algn="ctr"/>
            <a:endParaRPr lang="en-US" sz="1000">
              <a:solidFill>
                <a:sysClr val="windowText" lastClr="000000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E16F09D-9689-BB6A-7B31-682E86D45C25}"/>
              </a:ext>
            </a:extLst>
          </p:cNvPr>
          <p:cNvSpPr/>
          <p:nvPr/>
        </p:nvSpPr>
        <p:spPr>
          <a:xfrm>
            <a:off x="7645400" y="3524252"/>
            <a:ext cx="2406650" cy="114300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kinematics</a:t>
            </a:r>
          </a:p>
          <a:p>
            <a:pPr algn="ctr"/>
            <a:r>
              <a:rPr lang="en-US" sz="1000">
                <a:solidFill>
                  <a:sysClr val="windowText" lastClr="000000"/>
                </a:solidFill>
              </a:rPr>
              <a:t>defines game physics for all objects</a:t>
            </a:r>
          </a:p>
          <a:p>
            <a:pPr algn="ctr"/>
            <a:endParaRPr lang="en-US" sz="1000">
              <a:solidFill>
                <a:sysClr val="windowText" lastClr="000000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9277EC7-4D66-F5A2-7202-F54AA722937F}"/>
              </a:ext>
            </a:extLst>
          </p:cNvPr>
          <p:cNvSpPr/>
          <p:nvPr/>
        </p:nvSpPr>
        <p:spPr>
          <a:xfrm>
            <a:off x="7645400" y="4949826"/>
            <a:ext cx="2406650" cy="114300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asteroid/bullet</a:t>
            </a:r>
          </a:p>
          <a:p>
            <a:pPr algn="ctr"/>
            <a:r>
              <a:rPr lang="en-US">
                <a:solidFill>
                  <a:sysClr val="windowText" lastClr="000000"/>
                </a:solidFill>
              </a:rPr>
              <a:t>/spaceship</a:t>
            </a:r>
          </a:p>
          <a:p>
            <a:pPr algn="ctr"/>
            <a:r>
              <a:rPr lang="en-US" sz="1000">
                <a:solidFill>
                  <a:sysClr val="windowText" lastClr="000000"/>
                </a:solidFill>
              </a:rPr>
              <a:t>implements object behaviors</a:t>
            </a:r>
          </a:p>
          <a:p>
            <a:pPr algn="ctr"/>
            <a:endParaRPr lang="en-US" sz="1000">
              <a:solidFill>
                <a:sysClr val="windowText" lastClr="000000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E715513-15B5-498E-7ECD-9BAEA37C749B}"/>
              </a:ext>
            </a:extLst>
          </p:cNvPr>
          <p:cNvSpPr/>
          <p:nvPr/>
        </p:nvSpPr>
        <p:spPr>
          <a:xfrm>
            <a:off x="7645400" y="676274"/>
            <a:ext cx="2406650" cy="114300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constants</a:t>
            </a:r>
          </a:p>
          <a:p>
            <a:pPr algn="ctr"/>
            <a:r>
              <a:rPr lang="en-US" sz="1000">
                <a:solidFill>
                  <a:sysClr val="windowText" lastClr="000000"/>
                </a:solidFill>
              </a:rPr>
              <a:t>organizes numerical values that affect object movement</a:t>
            </a:r>
          </a:p>
          <a:p>
            <a:pPr algn="ctr"/>
            <a:endParaRPr lang="en-US" sz="1000">
              <a:solidFill>
                <a:sysClr val="windowText" lastClr="000000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44A70FA-9000-98FC-816B-2A6EFCD99D5E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3892550" y="3340100"/>
            <a:ext cx="5778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8FD1C61-012D-2FCF-9055-3ACDC5951A6C}"/>
              </a:ext>
            </a:extLst>
          </p:cNvPr>
          <p:cNvCxnSpPr>
            <a:stCxn id="5" idx="3"/>
            <a:endCxn id="9" idx="1"/>
          </p:cNvCxnSpPr>
          <p:nvPr/>
        </p:nvCxnSpPr>
        <p:spPr>
          <a:xfrm flipV="1">
            <a:off x="6877050" y="1247774"/>
            <a:ext cx="768350" cy="20923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CC0C8F0-398A-4A6B-2690-62E7A266E2E0}"/>
              </a:ext>
            </a:extLst>
          </p:cNvPr>
          <p:cNvCxnSpPr>
            <a:stCxn id="5" idx="3"/>
            <a:endCxn id="6" idx="1"/>
          </p:cNvCxnSpPr>
          <p:nvPr/>
        </p:nvCxnSpPr>
        <p:spPr>
          <a:xfrm flipV="1">
            <a:off x="6877050" y="2673349"/>
            <a:ext cx="768350" cy="6667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6D5AADD-DD83-1C9F-68F6-26D7CB5751DF}"/>
              </a:ext>
            </a:extLst>
          </p:cNvPr>
          <p:cNvCxnSpPr>
            <a:stCxn id="5" idx="3"/>
            <a:endCxn id="7" idx="1"/>
          </p:cNvCxnSpPr>
          <p:nvPr/>
        </p:nvCxnSpPr>
        <p:spPr>
          <a:xfrm>
            <a:off x="6877050" y="3340100"/>
            <a:ext cx="768350" cy="7556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8D10365-6EAF-0268-42DC-B3B85A31FA85}"/>
              </a:ext>
            </a:extLst>
          </p:cNvPr>
          <p:cNvCxnSpPr>
            <a:stCxn id="5" idx="3"/>
            <a:endCxn id="8" idx="1"/>
          </p:cNvCxnSpPr>
          <p:nvPr/>
        </p:nvCxnSpPr>
        <p:spPr>
          <a:xfrm>
            <a:off x="6877050" y="3340100"/>
            <a:ext cx="768350" cy="21812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72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54</Words>
  <Application>Microsoft Office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Collin Sager</dc:creator>
  <cp:lastModifiedBy>Collin Sager</cp:lastModifiedBy>
  <cp:revision>1</cp:revision>
  <dcterms:created xsi:type="dcterms:W3CDTF">2024-09-13T15:51:05Z</dcterms:created>
  <dcterms:modified xsi:type="dcterms:W3CDTF">2024-09-13T16:15:16Z</dcterms:modified>
</cp:coreProperties>
</file>